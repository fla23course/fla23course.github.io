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4"/>
    <p:restoredTop sz="63115" autoAdjust="0"/>
  </p:normalViewPr>
  <p:slideViewPr>
    <p:cSldViewPr snapToGrid="0" snapToObjects="1">
      <p:cViewPr varScale="1">
        <p:scale>
          <a:sx n="73" d="100"/>
          <a:sy n="73" d="100"/>
        </p:scale>
        <p:origin x="291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卜磊" userId="b5f26d64-c056-4d23-adbc-23ae7424aba9" providerId="ADAL" clId="{CBEFB691-70BC-B045-BC42-CC12E9696BD2}"/>
    <pc:docChg chg="custSel modSld">
      <pc:chgData name="卜磊" userId="b5f26d64-c056-4d23-adbc-23ae7424aba9" providerId="ADAL" clId="{CBEFB691-70BC-B045-BC42-CC12E9696BD2}" dt="2023-09-04T15:59:23.906" v="66" actId="20577"/>
      <pc:docMkLst>
        <pc:docMk/>
      </pc:docMkLst>
      <pc:sldChg chg="modSp mod">
        <pc:chgData name="卜磊" userId="b5f26d64-c056-4d23-adbc-23ae7424aba9" providerId="ADAL" clId="{CBEFB691-70BC-B045-BC42-CC12E9696BD2}" dt="2023-09-04T15:57:43.510" v="19" actId="27636"/>
        <pc:sldMkLst>
          <pc:docMk/>
          <pc:sldMk cId="833080365" sldId="256"/>
        </pc:sldMkLst>
        <pc:spChg chg="mod">
          <ac:chgData name="卜磊" userId="b5f26d64-c056-4d23-adbc-23ae7424aba9" providerId="ADAL" clId="{CBEFB691-70BC-B045-BC42-CC12E9696BD2}" dt="2023-09-04T15:57:43.510" v="19" actId="27636"/>
          <ac:spMkLst>
            <pc:docMk/>
            <pc:sldMk cId="833080365" sldId="256"/>
            <ac:spMk id="3" creationId="{00000000-0000-0000-0000-000000000000}"/>
          </ac:spMkLst>
        </pc:spChg>
      </pc:sldChg>
      <pc:sldChg chg="modSp mod">
        <pc:chgData name="卜磊" userId="b5f26d64-c056-4d23-adbc-23ae7424aba9" providerId="ADAL" clId="{CBEFB691-70BC-B045-BC42-CC12E9696BD2}" dt="2023-09-04T15:59:23.906" v="66" actId="20577"/>
        <pc:sldMkLst>
          <pc:docMk/>
          <pc:sldMk cId="3104389184" sldId="266"/>
        </pc:sldMkLst>
        <pc:spChg chg="mod">
          <ac:chgData name="卜磊" userId="b5f26d64-c056-4d23-adbc-23ae7424aba9" providerId="ADAL" clId="{CBEFB691-70BC-B045-BC42-CC12E9696BD2}" dt="2023-09-04T15:59:23.906" v="66" actId="20577"/>
          <ac:spMkLst>
            <pc:docMk/>
            <pc:sldMk cId="3104389184" sldId="266"/>
            <ac:spMk id="3" creationId="{59CF8209-A4AA-4A6C-B7D8-1675BB274EF3}"/>
          </ac:spMkLst>
        </pc:spChg>
      </pc:sldChg>
    </pc:docChg>
  </pc:docChgLst>
  <pc:docChgLst>
    <pc:chgData name="卜磊" userId="66d46c8f-c5b6-4992-b493-e41f25f81a5c" providerId="ADAL" clId="{EDF978B9-6B96-4B50-B6D4-13D746254F85}"/>
    <pc:docChg chg="addSld modSld">
      <pc:chgData name="卜磊" userId="66d46c8f-c5b6-4992-b493-e41f25f81a5c" providerId="ADAL" clId="{EDF978B9-6B96-4B50-B6D4-13D746254F85}" dt="2021-08-31T05:29:57.321" v="729" actId="20577"/>
      <pc:docMkLst>
        <pc:docMk/>
      </pc:docMkLst>
      <pc:sldChg chg="addSp modSp add">
        <pc:chgData name="卜磊" userId="66d46c8f-c5b6-4992-b493-e41f25f81a5c" providerId="ADAL" clId="{EDF978B9-6B96-4B50-B6D4-13D746254F85}" dt="2021-08-31T05:29:57.321" v="729" actId="20577"/>
        <pc:sldMkLst>
          <pc:docMk/>
          <pc:sldMk cId="3104389184" sldId="266"/>
        </pc:sldMkLst>
        <pc:spChg chg="mod">
          <ac:chgData name="卜磊" userId="66d46c8f-c5b6-4992-b493-e41f25f81a5c" providerId="ADAL" clId="{EDF978B9-6B96-4B50-B6D4-13D746254F85}" dt="2021-08-31T05:29:57.321" v="729" actId="20577"/>
          <ac:spMkLst>
            <pc:docMk/>
            <pc:sldMk cId="3104389184" sldId="266"/>
            <ac:spMk id="3" creationId="{59CF8209-A4AA-4A6C-B7D8-1675BB274EF3}"/>
          </ac:spMkLst>
        </pc:spChg>
        <pc:picChg chg="add mod modCrop">
          <ac:chgData name="卜磊" userId="66d46c8f-c5b6-4992-b493-e41f25f81a5c" providerId="ADAL" clId="{EDF978B9-6B96-4B50-B6D4-13D746254F85}" dt="2021-08-31T05:29:35.959" v="701" actId="1035"/>
          <ac:picMkLst>
            <pc:docMk/>
            <pc:sldMk cId="3104389184" sldId="266"/>
            <ac:picMk id="5" creationId="{7B503336-F4B7-4CE9-B1DE-3B82C4308A1B}"/>
          </ac:picMkLst>
        </pc:picChg>
      </pc:sldChg>
    </pc:docChg>
  </pc:docChgLst>
  <pc:docChgLst>
    <pc:chgData name="卜磊" userId="b5f26d64-c056-4d23-adbc-23ae7424aba9" providerId="ADAL" clId="{FB079EC8-98BE-474D-BAB0-CA19957D4EEE}"/>
    <pc:docChg chg="custSel modSld">
      <pc:chgData name="卜磊" userId="b5f26d64-c056-4d23-adbc-23ae7424aba9" providerId="ADAL" clId="{FB079EC8-98BE-474D-BAB0-CA19957D4EEE}" dt="2022-09-05T05:31:10.672" v="20" actId="20577"/>
      <pc:docMkLst>
        <pc:docMk/>
      </pc:docMkLst>
      <pc:sldChg chg="modSp mod">
        <pc:chgData name="卜磊" userId="b5f26d64-c056-4d23-adbc-23ae7424aba9" providerId="ADAL" clId="{FB079EC8-98BE-474D-BAB0-CA19957D4EEE}" dt="2022-09-04T05:03:28.197" v="18" actId="27636"/>
        <pc:sldMkLst>
          <pc:docMk/>
          <pc:sldMk cId="833080365" sldId="256"/>
        </pc:sldMkLst>
        <pc:spChg chg="mod">
          <ac:chgData name="卜磊" userId="b5f26d64-c056-4d23-adbc-23ae7424aba9" providerId="ADAL" clId="{FB079EC8-98BE-474D-BAB0-CA19957D4EEE}" dt="2022-09-04T05:03:28.197" v="18" actId="27636"/>
          <ac:spMkLst>
            <pc:docMk/>
            <pc:sldMk cId="833080365" sldId="256"/>
            <ac:spMk id="3" creationId="{00000000-0000-0000-0000-000000000000}"/>
          </ac:spMkLst>
        </pc:spChg>
      </pc:sldChg>
      <pc:sldChg chg="modSp mod">
        <pc:chgData name="卜磊" userId="b5f26d64-c056-4d23-adbc-23ae7424aba9" providerId="ADAL" clId="{FB079EC8-98BE-474D-BAB0-CA19957D4EEE}" dt="2022-09-05T05:31:10.672" v="20" actId="20577"/>
        <pc:sldMkLst>
          <pc:docMk/>
          <pc:sldMk cId="3066885629" sldId="265"/>
        </pc:sldMkLst>
        <pc:spChg chg="mod">
          <ac:chgData name="卜磊" userId="b5f26d64-c056-4d23-adbc-23ae7424aba9" providerId="ADAL" clId="{FB079EC8-98BE-474D-BAB0-CA19957D4EEE}" dt="2022-09-05T05:31:10.672" v="20" actId="20577"/>
          <ac:spMkLst>
            <pc:docMk/>
            <pc:sldMk cId="3066885629" sldId="265"/>
            <ac:spMk id="3" creationId="{00000000-0000-0000-0000-000000000000}"/>
          </ac:spMkLst>
        </pc:spChg>
      </pc:sldChg>
    </pc:docChg>
  </pc:docChgLst>
  <pc:docChgLst>
    <pc:chgData name="卜磊" userId="66d46c8f-c5b6-4992-b493-e41f25f81a5c" providerId="ADAL" clId="{8E822125-8EB5-1645-A66A-AFEDF6A86427}"/>
    <pc:docChg chg="custSel addSld delSld modSld">
      <pc:chgData name="卜磊" userId="66d46c8f-c5b6-4992-b493-e41f25f81a5c" providerId="ADAL" clId="{8E822125-8EB5-1645-A66A-AFEDF6A86427}" dt="2021-08-23T06:01:41.185" v="163" actId="2696"/>
      <pc:docMkLst>
        <pc:docMk/>
      </pc:docMkLst>
      <pc:sldChg chg="modSp mod">
        <pc:chgData name="卜磊" userId="66d46c8f-c5b6-4992-b493-e41f25f81a5c" providerId="ADAL" clId="{8E822125-8EB5-1645-A66A-AFEDF6A86427}" dt="2021-08-23T04:25:09.224" v="79"/>
        <pc:sldMkLst>
          <pc:docMk/>
          <pc:sldMk cId="833080365" sldId="256"/>
        </pc:sldMkLst>
        <pc:spChg chg="mod">
          <ac:chgData name="卜磊" userId="66d46c8f-c5b6-4992-b493-e41f25f81a5c" providerId="ADAL" clId="{8E822125-8EB5-1645-A66A-AFEDF6A86427}" dt="2021-08-23T04:25:09.224" v="79"/>
          <ac:spMkLst>
            <pc:docMk/>
            <pc:sldMk cId="833080365" sldId="256"/>
            <ac:spMk id="3" creationId="{00000000-0000-0000-0000-000000000000}"/>
          </ac:spMkLst>
        </pc:spChg>
      </pc:sldChg>
      <pc:sldChg chg="modSp mod">
        <pc:chgData name="卜磊" userId="66d46c8f-c5b6-4992-b493-e41f25f81a5c" providerId="ADAL" clId="{8E822125-8EB5-1645-A66A-AFEDF6A86427}" dt="2021-08-23T04:23:51.044" v="1" actId="20577"/>
        <pc:sldMkLst>
          <pc:docMk/>
          <pc:sldMk cId="3066885629" sldId="265"/>
        </pc:sldMkLst>
        <pc:spChg chg="mod">
          <ac:chgData name="卜磊" userId="66d46c8f-c5b6-4992-b493-e41f25f81a5c" providerId="ADAL" clId="{8E822125-8EB5-1645-A66A-AFEDF6A86427}" dt="2021-08-23T04:23:51.044" v="1" actId="20577"/>
          <ac:spMkLst>
            <pc:docMk/>
            <pc:sldMk cId="3066885629" sldId="265"/>
            <ac:spMk id="3" creationId="{00000000-0000-0000-0000-000000000000}"/>
          </ac:spMkLst>
        </pc:spChg>
      </pc:sldChg>
      <pc:sldChg chg="addSp delSp modSp new del mod">
        <pc:chgData name="卜磊" userId="66d46c8f-c5b6-4992-b493-e41f25f81a5c" providerId="ADAL" clId="{8E822125-8EB5-1645-A66A-AFEDF6A86427}" dt="2021-08-23T06:01:41.185" v="163" actId="2696"/>
        <pc:sldMkLst>
          <pc:docMk/>
          <pc:sldMk cId="3051753134" sldId="266"/>
        </pc:sldMkLst>
        <pc:spChg chg="mod">
          <ac:chgData name="卜磊" userId="66d46c8f-c5b6-4992-b493-e41f25f81a5c" providerId="ADAL" clId="{8E822125-8EB5-1645-A66A-AFEDF6A86427}" dt="2021-08-23T04:30:29.129" v="97" actId="1076"/>
          <ac:spMkLst>
            <pc:docMk/>
            <pc:sldMk cId="3051753134" sldId="266"/>
            <ac:spMk id="2" creationId="{425ED13F-1037-E442-8849-F892BCE3075B}"/>
          </ac:spMkLst>
        </pc:spChg>
        <pc:spChg chg="del">
          <ac:chgData name="卜磊" userId="66d46c8f-c5b6-4992-b493-e41f25f81a5c" providerId="ADAL" clId="{8E822125-8EB5-1645-A66A-AFEDF6A86427}" dt="2021-08-23T04:29:19.208" v="83" actId="478"/>
          <ac:spMkLst>
            <pc:docMk/>
            <pc:sldMk cId="3051753134" sldId="266"/>
            <ac:spMk id="3" creationId="{CB30660F-9D78-FA48-9005-4DDB2F1C34CE}"/>
          </ac:spMkLst>
        </pc:spChg>
        <pc:spChg chg="add del mod">
          <ac:chgData name="卜磊" userId="66d46c8f-c5b6-4992-b493-e41f25f81a5c" providerId="ADAL" clId="{8E822125-8EB5-1645-A66A-AFEDF6A86427}" dt="2021-08-23T04:30:59.946" v="162"/>
          <ac:spMkLst>
            <pc:docMk/>
            <pc:sldMk cId="3051753134" sldId="266"/>
            <ac:spMk id="5" creationId="{125D0FBE-D611-FD4F-B3E0-E72CC10B6981}"/>
          </ac:spMkLst>
        </pc:spChg>
        <pc:picChg chg="add mod modCrop">
          <ac:chgData name="卜磊" userId="66d46c8f-c5b6-4992-b493-e41f25f81a5c" providerId="ADAL" clId="{8E822125-8EB5-1645-A66A-AFEDF6A86427}" dt="2021-08-23T04:30:37.591" v="100" actId="1076"/>
          <ac:picMkLst>
            <pc:docMk/>
            <pc:sldMk cId="3051753134" sldId="266"/>
            <ac:picMk id="4" creationId="{A5E1439B-1B4C-594C-A7BD-6A44A1E45B7C}"/>
          </ac:picMkLst>
        </pc:picChg>
      </pc:sldChg>
    </pc:docChg>
  </pc:docChgLst>
  <pc:docChgLst>
    <pc:chgData name="卜磊" userId="b5f26d64-c056-4d23-adbc-23ae7424aba9" providerId="ADAL" clId="{7699EF6B-DC24-2143-8353-5713CF7EE30E}"/>
    <pc:docChg chg="custSel modSld">
      <pc:chgData name="卜磊" userId="b5f26d64-c056-4d23-adbc-23ae7424aba9" providerId="ADAL" clId="{7699EF6B-DC24-2143-8353-5713CF7EE30E}" dt="2023-09-05T10:27:39.857" v="31" actId="27636"/>
      <pc:docMkLst>
        <pc:docMk/>
      </pc:docMkLst>
      <pc:sldChg chg="modSp mod">
        <pc:chgData name="卜磊" userId="b5f26d64-c056-4d23-adbc-23ae7424aba9" providerId="ADAL" clId="{7699EF6B-DC24-2143-8353-5713CF7EE30E}" dt="2023-09-04T16:06:14.336" v="29" actId="27636"/>
        <pc:sldMkLst>
          <pc:docMk/>
          <pc:sldMk cId="833080365" sldId="256"/>
        </pc:sldMkLst>
        <pc:spChg chg="mod">
          <ac:chgData name="卜磊" userId="b5f26d64-c056-4d23-adbc-23ae7424aba9" providerId="ADAL" clId="{7699EF6B-DC24-2143-8353-5713CF7EE30E}" dt="2023-09-04T16:06:14.336" v="29" actId="27636"/>
          <ac:spMkLst>
            <pc:docMk/>
            <pc:sldMk cId="833080365" sldId="256"/>
            <ac:spMk id="3" creationId="{00000000-0000-0000-0000-000000000000}"/>
          </ac:spMkLst>
        </pc:spChg>
      </pc:sldChg>
      <pc:sldChg chg="modSp mod">
        <pc:chgData name="卜磊" userId="b5f26d64-c056-4d23-adbc-23ae7424aba9" providerId="ADAL" clId="{7699EF6B-DC24-2143-8353-5713CF7EE30E}" dt="2023-09-05T10:27:39.857" v="31" actId="27636"/>
        <pc:sldMkLst>
          <pc:docMk/>
          <pc:sldMk cId="3066885629" sldId="265"/>
        </pc:sldMkLst>
        <pc:spChg chg="mod">
          <ac:chgData name="卜磊" userId="b5f26d64-c056-4d23-adbc-23ae7424aba9" providerId="ADAL" clId="{7699EF6B-DC24-2143-8353-5713CF7EE30E}" dt="2023-09-05T10:27:39.857" v="31" actId="27636"/>
          <ac:spMkLst>
            <pc:docMk/>
            <pc:sldMk cId="3066885629" sldId="265"/>
            <ac:spMk id="3" creationId="{00000000-0000-0000-0000-000000000000}"/>
          </ac:spMkLst>
        </pc:spChg>
      </pc:sldChg>
      <pc:sldChg chg="delSp modSp mod">
        <pc:chgData name="卜磊" userId="b5f26d64-c056-4d23-adbc-23ae7424aba9" providerId="ADAL" clId="{7699EF6B-DC24-2143-8353-5713CF7EE30E}" dt="2023-09-04T16:00:35.895" v="5" actId="20577"/>
        <pc:sldMkLst>
          <pc:docMk/>
          <pc:sldMk cId="3104389184" sldId="266"/>
        </pc:sldMkLst>
        <pc:spChg chg="mod">
          <ac:chgData name="卜磊" userId="b5f26d64-c056-4d23-adbc-23ae7424aba9" providerId="ADAL" clId="{7699EF6B-DC24-2143-8353-5713CF7EE30E}" dt="2023-09-04T16:00:35.895" v="5" actId="20577"/>
          <ac:spMkLst>
            <pc:docMk/>
            <pc:sldMk cId="3104389184" sldId="266"/>
            <ac:spMk id="3" creationId="{59CF8209-A4AA-4A6C-B7D8-1675BB274EF3}"/>
          </ac:spMkLst>
        </pc:spChg>
        <pc:picChg chg="del">
          <ac:chgData name="卜磊" userId="b5f26d64-c056-4d23-adbc-23ae7424aba9" providerId="ADAL" clId="{7699EF6B-DC24-2143-8353-5713CF7EE30E}" dt="2023-09-04T16:00:00.914" v="0" actId="478"/>
          <ac:picMkLst>
            <pc:docMk/>
            <pc:sldMk cId="3104389184" sldId="266"/>
            <ac:picMk id="5" creationId="{7B503336-F4B7-4CE9-B1DE-3B82C4308A1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1A5C7-AB10-554C-A996-9498EA6F51B3}" type="datetimeFigureOut">
              <a:rPr lang="en-US" smtClean="0"/>
              <a:t>9/5/23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3AA050-4647-F34B-9F3E-6D4B818FC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677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3AA050-4647-F34B-9F3E-6D4B818FC6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067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3D08C3A-81FC-284F-B531-D4B4812BC4AD}" type="slidenum">
              <a:rPr lang="en-US"/>
              <a:pPr/>
              <a:t>3</a:t>
            </a:fld>
            <a:endParaRPr lang="en-US"/>
          </a:p>
        </p:txBody>
      </p:sp>
      <p:sp>
        <p:nvSpPr>
          <p:cNvPr id="102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7631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5161F3D-3948-E94B-B9F4-31EEB2F843A3}" type="slidenum">
              <a:rPr lang="en-US"/>
              <a:pPr/>
              <a:t>4</a:t>
            </a:fld>
            <a:endParaRPr lang="en-US"/>
          </a:p>
        </p:txBody>
      </p:sp>
      <p:sp>
        <p:nvSpPr>
          <p:cNvPr id="266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266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0461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AC8C96A-BF29-2346-9FAB-243AA0FFDE21}" type="slidenum">
              <a:rPr lang="en-US"/>
              <a:pPr/>
              <a:t>5</a:t>
            </a:fld>
            <a:endParaRPr lang="en-US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218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8B81D12-7441-AB48-B0B1-8402C2E800DA}" type="slidenum">
              <a:rPr lang="en-US"/>
              <a:pPr/>
              <a:t>6</a:t>
            </a:fld>
            <a:endParaRPr lang="en-US"/>
          </a:p>
        </p:txBody>
      </p:sp>
      <p:sp>
        <p:nvSpPr>
          <p:cNvPr id="143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219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6"/>
          <p:cNvSpPr>
            <a:spLocks noChangeArrowheads="1"/>
          </p:cNvSpPr>
          <p:nvPr/>
        </p:nvSpPr>
        <p:spPr bwMode="auto">
          <a:xfrm>
            <a:off x="228600" y="1635125"/>
            <a:ext cx="2514600" cy="2514600"/>
          </a:xfrm>
          <a:prstGeom prst="ellipse">
            <a:avLst/>
          </a:prstGeom>
          <a:noFill/>
          <a:ln w="1270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>
              <a:lnSpc>
                <a:spcPct val="90000"/>
              </a:lnSpc>
              <a:buClr>
                <a:schemeClr val="tx1"/>
              </a:buClr>
              <a:buSzPct val="60000"/>
              <a:buFont typeface="Wingdings" charset="0"/>
              <a:buChar char="w"/>
            </a:pPr>
            <a:endParaRPr lang="zh-CN">
              <a:latin typeface="Arial" charset="0"/>
              <a:ea typeface="宋体" charset="0"/>
              <a:cs typeface="宋体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hidden">
          <a:xfrm>
            <a:off x="0" y="2397125"/>
            <a:ext cx="4724400" cy="1143000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>
              <a:lnSpc>
                <a:spcPct val="90000"/>
              </a:lnSpc>
              <a:buClr>
                <a:schemeClr val="tx1"/>
              </a:buClr>
              <a:buSzPct val="60000"/>
              <a:buFont typeface="Wingdings" charset="0"/>
              <a:buChar char="w"/>
            </a:pPr>
            <a:endParaRPr lang="zh-CN" sz="2400">
              <a:ea typeface="宋体" charset="0"/>
              <a:cs typeface="宋体" charset="0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hidden">
          <a:xfrm>
            <a:off x="3962400" y="2397125"/>
            <a:ext cx="4724400" cy="11430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>
              <a:lnSpc>
                <a:spcPct val="90000"/>
              </a:lnSpc>
              <a:buClr>
                <a:schemeClr val="tx1"/>
              </a:buClr>
              <a:buSzPct val="60000"/>
              <a:buFont typeface="Wingdings" charset="0"/>
              <a:buChar char="w"/>
            </a:pPr>
            <a:endParaRPr lang="zh-CN" sz="2400">
              <a:ea typeface="宋体" charset="0"/>
              <a:cs typeface="宋体" charset="0"/>
            </a:endParaRPr>
          </a:p>
        </p:txBody>
      </p:sp>
      <p:pic>
        <p:nvPicPr>
          <p:cNvPr id="7" name="Picture 10" descr="tow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8" y="188913"/>
            <a:ext cx="1990725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1" descr="NJU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13" y="260350"/>
            <a:ext cx="2303462" cy="904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8" y="6092825"/>
            <a:ext cx="9117012" cy="28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1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68413"/>
            <a:ext cx="9117013" cy="28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9442" name="Rectangle 2"/>
          <p:cNvSpPr>
            <a:spLocks noGrp="1" noChangeArrowheads="1"/>
          </p:cNvSpPr>
          <p:nvPr>
            <p:ph type="subTitle" idx="1"/>
          </p:nvPr>
        </p:nvSpPr>
        <p:spPr>
          <a:xfrm>
            <a:off x="3059113" y="4149725"/>
            <a:ext cx="5184775" cy="1336675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189449" name="Rectangle 9"/>
          <p:cNvSpPr>
            <a:spLocks noGrp="1" noChangeArrowheads="1"/>
          </p:cNvSpPr>
          <p:nvPr>
            <p:ph type="ctrTitle"/>
          </p:nvPr>
        </p:nvSpPr>
        <p:spPr>
          <a:xfrm>
            <a:off x="838200" y="2163763"/>
            <a:ext cx="7405688" cy="16002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6065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itchFamily="18" charset="0"/>
                <a:cs typeface="Times New Roman" pitchFamily="18" charset="0"/>
              </a:defRPr>
            </a:lvl1pPr>
            <a:lvl2pPr>
              <a:defRPr>
                <a:latin typeface="Times New Roman" pitchFamily="18" charset="0"/>
                <a:cs typeface="Times New Roman" pitchFamily="18" charset="0"/>
              </a:defRPr>
            </a:lvl2pPr>
            <a:lvl3pPr>
              <a:defRPr>
                <a:latin typeface="Times New Roman" pitchFamily="18" charset="0"/>
                <a:cs typeface="Times New Roman" pitchFamily="18" charset="0"/>
              </a:defRPr>
            </a:lvl3pPr>
            <a:lvl4pPr>
              <a:defRPr>
                <a:latin typeface="Times New Roman" pitchFamily="18" charset="0"/>
                <a:cs typeface="Times New Roman" pitchFamily="18" charset="0"/>
              </a:defRPr>
            </a:lvl4pPr>
            <a:lvl5pPr>
              <a:defRPr>
                <a:latin typeface="Times New Roman" pitchFamily="18" charset="0"/>
                <a:cs typeface="Times New Roman" pitchFamily="18" charset="0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43863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802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484313"/>
            <a:ext cx="399415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14863" y="1484313"/>
            <a:ext cx="3995737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5630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4184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1123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290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54022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altLang="zh-CN" noProof="0"/>
              <a:t>Drag picture to placeholder or click icon to add</a:t>
            </a:r>
            <a:endParaRPr lang="zh-CN" altLang="en-US" noProof="0"/>
          </a:p>
        </p:txBody>
      </p:sp>
    </p:spTree>
    <p:extLst>
      <p:ext uri="{BB962C8B-B14F-4D97-AF65-F5344CB8AC3E}">
        <p14:creationId xmlns:p14="http://schemas.microsoft.com/office/powerpoint/2010/main" val="1284172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4409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75425" y="404813"/>
            <a:ext cx="2035175" cy="5472112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404813"/>
            <a:ext cx="5954712" cy="5472112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0664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1125538"/>
            <a:ext cx="2133600" cy="101600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>
              <a:lnSpc>
                <a:spcPct val="90000"/>
              </a:lnSpc>
              <a:buClr>
                <a:schemeClr val="tx1"/>
              </a:buClr>
              <a:buSzPct val="60000"/>
              <a:buFont typeface="Wingdings" charset="0"/>
              <a:buChar char="w"/>
            </a:pPr>
            <a:endParaRPr lang="zh-CN" sz="2400">
              <a:ea typeface="宋体" charset="0"/>
              <a:cs typeface="宋体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auto">
          <a:xfrm>
            <a:off x="1447800" y="1125538"/>
            <a:ext cx="7239000" cy="1016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>
              <a:lnSpc>
                <a:spcPct val="90000"/>
              </a:lnSpc>
              <a:buClr>
                <a:schemeClr val="tx1"/>
              </a:buClr>
              <a:buSzPct val="60000"/>
              <a:buFont typeface="Wingdings" charset="0"/>
              <a:buChar char="w"/>
            </a:pPr>
            <a:endParaRPr lang="zh-CN" sz="2400">
              <a:ea typeface="宋体" charset="0"/>
              <a:cs typeface="宋体" charset="0"/>
            </a:endParaRP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title"/>
          </p:nvPr>
        </p:nvSpPr>
        <p:spPr bwMode="auto">
          <a:xfrm>
            <a:off x="1042988" y="404813"/>
            <a:ext cx="5616575" cy="576262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484313"/>
            <a:ext cx="8142287" cy="4392612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30" name="Picture 6" descr="tower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8" y="188913"/>
            <a:ext cx="1990725" cy="109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1" name="Picture 10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8" y="6092825"/>
            <a:ext cx="9117012" cy="28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11" descr="校徽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388" y="261938"/>
            <a:ext cx="665162" cy="790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+mj-lt"/>
          <a:ea typeface="ＭＳ Ｐゴシック" charset="0"/>
          <a:cs typeface="ＭＳ Ｐゴシック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宋体" pitchFamily="2" charset="-122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宋体" pitchFamily="2" charset="-122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宋体" pitchFamily="2" charset="-122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Arial" charset="0"/>
          <a:ea typeface="宋体" pitchFamily="2" charset="-122"/>
        </a:defRPr>
      </a:lvl9pPr>
    </p:titleStyle>
    <p:bodyStyle>
      <a:lvl1pPr marL="447675" indent="-44767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charset="0"/>
        <a:buChar char="n"/>
        <a:defRPr sz="28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889000" indent="-439738" algn="l" rtl="0" eaLnBrk="1" fontAlgn="base" hangingPunct="1">
        <a:spcBef>
          <a:spcPct val="20000"/>
        </a:spcBef>
        <a:spcAft>
          <a:spcPct val="0"/>
        </a:spcAft>
        <a:buClr>
          <a:schemeClr val="hlink"/>
        </a:buClr>
        <a:buSzPct val="65000"/>
        <a:buFont typeface="Wingdings" charset="0"/>
        <a:buChar char="¡"/>
        <a:defRPr sz="2400">
          <a:solidFill>
            <a:schemeClr val="tx1"/>
          </a:solidFill>
          <a:latin typeface="+mn-lt"/>
          <a:ea typeface="ＭＳ Ｐゴシック" charset="0"/>
        </a:defRPr>
      </a:lvl2pPr>
      <a:lvl3pPr marL="1293813" indent="-4032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charset="0"/>
        <a:buChar char="n"/>
        <a:defRPr sz="2000">
          <a:solidFill>
            <a:schemeClr val="tx1"/>
          </a:solidFill>
          <a:latin typeface="+mn-lt"/>
          <a:ea typeface="ＭＳ Ｐゴシック" charset="0"/>
        </a:defRPr>
      </a:lvl3pPr>
      <a:lvl4pPr marL="1681163" indent="-385763" algn="l" rtl="0" eaLnBrk="1" fontAlgn="base" hangingPunct="1">
        <a:spcBef>
          <a:spcPct val="20000"/>
        </a:spcBef>
        <a:spcAft>
          <a:spcPct val="0"/>
        </a:spcAft>
        <a:buClr>
          <a:schemeClr val="hlink"/>
        </a:buClr>
        <a:buSzPct val="75000"/>
        <a:buFont typeface="Wingdings" charset="0"/>
        <a:buChar char="¡"/>
        <a:defRPr sz="2000">
          <a:solidFill>
            <a:schemeClr val="tx1"/>
          </a:solidFill>
          <a:latin typeface="+mn-lt"/>
          <a:ea typeface="ＭＳ Ｐゴシック" charset="0"/>
        </a:defRPr>
      </a:lvl4pPr>
      <a:lvl5pPr marL="2070100" indent="-3873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charset="0"/>
        <a:buChar char="n"/>
        <a:defRPr sz="1600">
          <a:solidFill>
            <a:schemeClr val="tx1"/>
          </a:solidFill>
          <a:latin typeface="+mn-lt"/>
          <a:ea typeface="ＭＳ Ｐゴシック" charset="0"/>
        </a:defRPr>
      </a:lvl5pPr>
      <a:lvl6pPr marL="2527300" indent="-3873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6pPr>
      <a:lvl7pPr marL="2984500" indent="-3873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7pPr>
      <a:lvl8pPr marL="3441700" indent="-3873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8pPr>
      <a:lvl9pPr marL="3898900" indent="-3873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lxd@nju.edu.c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yhshi@smail.nju.edu.cn" TargetMode="External"/><Relationship Id="rId4" Type="http://schemas.openxmlformats.org/officeDocument/2006/relationships/hyperlink" Target="mailto:bulei@nju.edu.c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86181" y="3541294"/>
            <a:ext cx="6476773" cy="2572669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Lecturer</a:t>
            </a:r>
            <a:r>
              <a:rPr lang="zh-CN" altLang="en-US" dirty="0"/>
              <a:t>：</a:t>
            </a:r>
            <a:endParaRPr lang="en-US" dirty="0"/>
          </a:p>
          <a:p>
            <a:pPr lvl="1"/>
            <a:r>
              <a:rPr lang="en-US" dirty="0"/>
              <a:t>Xuandong Li    </a:t>
            </a:r>
            <a:r>
              <a:rPr lang="en-US" dirty="0">
                <a:hlinkClick r:id="rId3"/>
              </a:rPr>
              <a:t>lxd@nju.edu.cn</a:t>
            </a:r>
            <a:endParaRPr lang="en-US" dirty="0"/>
          </a:p>
          <a:p>
            <a:pPr lvl="1"/>
            <a:r>
              <a:rPr lang="en-US" dirty="0"/>
              <a:t>Lei Bu              </a:t>
            </a:r>
            <a:r>
              <a:rPr lang="en-US" dirty="0">
                <a:hlinkClick r:id="rId4"/>
              </a:rPr>
              <a:t>bulei@nju.edu.cn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TA</a:t>
            </a:r>
            <a:r>
              <a:rPr lang="zh-CN" altLang="en-US" dirty="0"/>
              <a:t>：</a:t>
            </a:r>
            <a:endParaRPr lang="en-US" altLang="zh-CN" dirty="0"/>
          </a:p>
          <a:p>
            <a:pPr lvl="1"/>
            <a:r>
              <a:rPr lang="en-US" altLang="zh-CN" dirty="0" err="1"/>
              <a:t>Yuhui</a:t>
            </a:r>
            <a:r>
              <a:rPr lang="zh-CN" altLang="en-US" dirty="0"/>
              <a:t> </a:t>
            </a:r>
            <a:r>
              <a:rPr lang="en-US" altLang="zh-CN" dirty="0"/>
              <a:t>Shi</a:t>
            </a:r>
            <a:r>
              <a:rPr lang="zh-CN" altLang="en-US" dirty="0"/>
              <a:t>  </a:t>
            </a:r>
            <a:r>
              <a:rPr lang="en" altLang="zh-CN" dirty="0">
                <a:hlinkClick r:id="rId5"/>
              </a:rPr>
              <a:t>yhshi@smail.nju.edu.cn</a:t>
            </a:r>
            <a:endParaRPr lang="en-US" altLang="zh-CN" dirty="0"/>
          </a:p>
          <a:p>
            <a:pPr lvl="1"/>
            <a:endParaRPr lang="en-US" dirty="0"/>
          </a:p>
          <a:p>
            <a:r>
              <a:rPr lang="en-US" dirty="0"/>
              <a:t>QQ</a:t>
            </a:r>
            <a:r>
              <a:rPr lang="zh-CN" altLang="en-US" dirty="0"/>
              <a:t> </a:t>
            </a:r>
            <a:r>
              <a:rPr lang="en-US" altLang="zh-CN" dirty="0"/>
              <a:t>Group</a:t>
            </a:r>
            <a:r>
              <a:rPr lang="zh-CN" altLang="en-US" dirty="0"/>
              <a:t>： </a:t>
            </a:r>
            <a:r>
              <a:rPr lang="en-US" altLang="zh-CN" dirty="0"/>
              <a:t>922738396</a:t>
            </a:r>
          </a:p>
          <a:p>
            <a:endParaRPr lang="en-US" dirty="0"/>
          </a:p>
          <a:p>
            <a:r>
              <a:rPr lang="en-US" dirty="0"/>
              <a:t>Web</a:t>
            </a:r>
            <a:r>
              <a:rPr lang="zh-CN" altLang="en-US" dirty="0"/>
              <a:t>： </a:t>
            </a:r>
            <a:r>
              <a:rPr lang="en-US" altLang="zh-CN" sz="2800" dirty="0" err="1"/>
              <a:t>cs.nju.edu.cn</a:t>
            </a:r>
            <a:r>
              <a:rPr lang="en-US" altLang="zh-CN" sz="2800" dirty="0"/>
              <a:t>/</a:t>
            </a:r>
            <a:r>
              <a:rPr lang="en-US" altLang="zh-CN" sz="2800" dirty="0" err="1"/>
              <a:t>bulei</a:t>
            </a:r>
            <a:r>
              <a:rPr lang="en-US" altLang="zh-CN" sz="2800" dirty="0"/>
              <a:t>/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Formal Languages and Automata</a:t>
            </a:r>
          </a:p>
        </p:txBody>
      </p:sp>
    </p:spTree>
    <p:extLst>
      <p:ext uri="{BB962C8B-B14F-4D97-AF65-F5344CB8AC3E}">
        <p14:creationId xmlns:p14="http://schemas.microsoft.com/office/powerpoint/2010/main" val="833080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Text Box 1026"/>
          <p:cNvSpPr txBox="1">
            <a:spLocks noChangeArrowheads="1"/>
          </p:cNvSpPr>
          <p:nvPr/>
        </p:nvSpPr>
        <p:spPr bwMode="auto">
          <a:xfrm>
            <a:off x="533400" y="1447800"/>
            <a:ext cx="8458200" cy="3970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lvl="1">
              <a:spcBef>
                <a:spcPct val="50000"/>
              </a:spcBef>
              <a:buFontTx/>
              <a:buChar char="•"/>
              <a:defRPr/>
            </a:pPr>
            <a:r>
              <a:rPr lang="en-US" sz="2400" dirty="0">
                <a:solidFill>
                  <a:schemeClr val="tx1"/>
                </a:solidFill>
                <a:latin typeface="Times New Roman"/>
                <a:cs typeface="Times New Roman"/>
              </a:rPr>
              <a:t>This course: A study of </a:t>
            </a:r>
          </a:p>
          <a:p>
            <a:pPr lvl="1" algn="ctr">
              <a:spcBef>
                <a:spcPct val="50000"/>
              </a:spcBef>
              <a:defRPr/>
            </a:pPr>
            <a:r>
              <a:rPr lang="en-US" sz="2400" b="1" dirty="0">
                <a:solidFill>
                  <a:srgbClr val="FF0000"/>
                </a:solidFill>
                <a:latin typeface="Times New Roman"/>
                <a:cs typeface="Times New Roman"/>
              </a:rPr>
              <a:t>abstract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Times New Roman"/>
                <a:cs typeface="Times New Roman"/>
              </a:rPr>
              <a:t>models of computers and computation.</a:t>
            </a:r>
          </a:p>
          <a:p>
            <a:pPr lvl="1">
              <a:spcBef>
                <a:spcPct val="50000"/>
              </a:spcBef>
              <a:buFontTx/>
              <a:buChar char="•"/>
              <a:defRPr/>
            </a:pPr>
            <a:endParaRPr lang="en-US" sz="24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lvl="1">
              <a:spcBef>
                <a:spcPct val="50000"/>
              </a:spcBef>
              <a:buFontTx/>
              <a:buChar char="•"/>
              <a:defRPr/>
            </a:pPr>
            <a:r>
              <a:rPr lang="en-US" sz="2400" dirty="0">
                <a:solidFill>
                  <a:srgbClr val="292929"/>
                </a:solidFill>
                <a:latin typeface="Times New Roman"/>
                <a:cs typeface="Times New Roman"/>
              </a:rPr>
              <a:t>Why theory, when computer field is so practical?</a:t>
            </a:r>
            <a:endParaRPr lang="en-US" sz="4400" dirty="0">
              <a:solidFill>
                <a:srgbClr val="292929"/>
              </a:solidFill>
              <a:latin typeface="Times New Roman"/>
              <a:cs typeface="Times New Roman"/>
            </a:endParaRPr>
          </a:p>
          <a:p>
            <a:pPr lvl="1">
              <a:spcBef>
                <a:spcPct val="50000"/>
              </a:spcBef>
              <a:buFontTx/>
              <a:buChar char="•"/>
              <a:defRPr/>
            </a:pPr>
            <a:endParaRPr lang="en-US" sz="2400" dirty="0">
              <a:solidFill>
                <a:srgbClr val="292929"/>
              </a:solidFill>
              <a:latin typeface="Times New Roman"/>
              <a:cs typeface="Times New Roman"/>
            </a:endParaRPr>
          </a:p>
          <a:p>
            <a:pPr lvl="1">
              <a:spcBef>
                <a:spcPct val="50000"/>
              </a:spcBef>
              <a:buFontTx/>
              <a:buChar char="•"/>
              <a:defRPr/>
            </a:pPr>
            <a:r>
              <a:rPr lang="en-US" sz="2400" dirty="0">
                <a:solidFill>
                  <a:srgbClr val="292929"/>
                </a:solidFill>
                <a:latin typeface="Times New Roman"/>
                <a:cs typeface="Times New Roman"/>
              </a:rPr>
              <a:t>Theory provides concepts and principles, for both hardware and software that help us understand the general nature of the field.</a:t>
            </a:r>
          </a:p>
        </p:txBody>
      </p:sp>
    </p:spTree>
    <p:extLst>
      <p:ext uri="{BB962C8B-B14F-4D97-AF65-F5344CB8AC3E}">
        <p14:creationId xmlns:p14="http://schemas.microsoft.com/office/powerpoint/2010/main" val="89591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</p:spPr>
        <p:txBody>
          <a:bodyPr/>
          <a:lstStyle/>
          <a:p>
            <a:fld id="{6E3CA720-B721-8045-A5FD-AC8042C4F2D3}" type="slidenum">
              <a:rPr lang="en-US"/>
              <a:pPr/>
              <a:t>3</a:t>
            </a:fld>
            <a:endParaRPr lang="en-US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Study Automata?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981200"/>
            <a:ext cx="7772400" cy="4419600"/>
          </a:xfrm>
        </p:spPr>
        <p:txBody>
          <a:bodyPr/>
          <a:lstStyle/>
          <a:p>
            <a:r>
              <a:rPr lang="en-US" dirty="0"/>
              <a:t>A survey of Stanford grads 5 years out asked which of their courses did they use in their job.</a:t>
            </a:r>
          </a:p>
          <a:p>
            <a:r>
              <a:rPr lang="en-US" dirty="0"/>
              <a:t>Basics like intro-programming took the top spots, of course.</a:t>
            </a:r>
          </a:p>
          <a:p>
            <a:r>
              <a:rPr lang="en-US" dirty="0"/>
              <a:t>But among optional courses, formal language and automata stood remarkably high.</a:t>
            </a:r>
          </a:p>
        </p:txBody>
      </p:sp>
    </p:spTree>
    <p:extLst>
      <p:ext uri="{BB962C8B-B14F-4D97-AF65-F5344CB8AC3E}">
        <p14:creationId xmlns:p14="http://schemas.microsoft.com/office/powerpoint/2010/main" val="4229934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</p:spPr>
        <p:txBody>
          <a:bodyPr/>
          <a:lstStyle/>
          <a:p>
            <a:fld id="{FBCDDE66-AA87-154E-B9F9-B3C24EF9C7F8}" type="slidenum">
              <a:rPr lang="en-US"/>
              <a:pPr/>
              <a:t>4</a:t>
            </a:fld>
            <a:endParaRPr lang="en-US"/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Could That Be?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Regular expressions are used in many systems.</a:t>
            </a:r>
          </a:p>
          <a:p>
            <a:pPr lvl="1"/>
            <a:r>
              <a:rPr lang="en-US" dirty="0"/>
              <a:t>E.g., UNIX </a:t>
            </a:r>
            <a:r>
              <a:rPr lang="en-US" dirty="0">
                <a:solidFill>
                  <a:srgbClr val="33CC33"/>
                </a:solidFill>
              </a:rPr>
              <a:t>a.*b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E.g., DTD</a:t>
            </a:r>
            <a:r>
              <a:rPr lang="ja-JP" altLang="en-US" dirty="0">
                <a:latin typeface="Arial"/>
              </a:rPr>
              <a:t>’</a:t>
            </a:r>
            <a:r>
              <a:rPr lang="en-US" dirty="0"/>
              <a:t>s describe XML tags with a RE format like </a:t>
            </a:r>
            <a:r>
              <a:rPr lang="en-US" dirty="0">
                <a:solidFill>
                  <a:srgbClr val="33CC33"/>
                </a:solidFill>
              </a:rPr>
              <a:t>person (name, </a:t>
            </a:r>
            <a:r>
              <a:rPr lang="en-US" dirty="0" err="1">
                <a:solidFill>
                  <a:srgbClr val="33CC33"/>
                </a:solidFill>
              </a:rPr>
              <a:t>addr</a:t>
            </a:r>
            <a:r>
              <a:rPr lang="en-US" dirty="0">
                <a:solidFill>
                  <a:srgbClr val="33CC33"/>
                </a:solidFill>
              </a:rPr>
              <a:t>, child*)</a:t>
            </a:r>
            <a:r>
              <a:rPr lang="en-US" dirty="0"/>
              <a:t>.</a:t>
            </a:r>
          </a:p>
          <a:p>
            <a:r>
              <a:rPr lang="en-US" dirty="0"/>
              <a:t>Finite automata model protocols, electronic circuits.</a:t>
            </a:r>
          </a:p>
        </p:txBody>
      </p:sp>
    </p:spTree>
    <p:extLst>
      <p:ext uri="{BB962C8B-B14F-4D97-AF65-F5344CB8AC3E}">
        <p14:creationId xmlns:p14="http://schemas.microsoft.com/office/powerpoint/2010/main" val="75526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 bldLvl="2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</p:spPr>
        <p:txBody>
          <a:bodyPr/>
          <a:lstStyle/>
          <a:p>
            <a:fld id="{82A774AF-E46E-CB40-8895-FDEA7C913EC1}" type="slidenum">
              <a:rPr lang="en-US"/>
              <a:pPr/>
              <a:t>5</a:t>
            </a:fld>
            <a:endParaRPr lang="en-US"/>
          </a:p>
        </p:txBody>
      </p:sp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How? – (2)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Context-free grammars are used to describe the syntax of essentially every programming language.</a:t>
            </a:r>
          </a:p>
          <a:p>
            <a:pPr lvl="1"/>
            <a:r>
              <a:rPr lang="en-US" dirty="0"/>
              <a:t>Not to forget their important role in describing natural languages.</a:t>
            </a:r>
          </a:p>
        </p:txBody>
      </p:sp>
    </p:spTree>
    <p:extLst>
      <p:ext uri="{BB962C8B-B14F-4D97-AF65-F5344CB8AC3E}">
        <p14:creationId xmlns:p14="http://schemas.microsoft.com/office/powerpoint/2010/main" val="1307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6553200" y="6248400"/>
            <a:ext cx="1905000" cy="457200"/>
          </a:xfrm>
          <a:prstGeom prst="rect">
            <a:avLst/>
          </a:prstGeom>
        </p:spPr>
        <p:txBody>
          <a:bodyPr/>
          <a:lstStyle/>
          <a:p>
            <a:fld id="{195AF525-47E1-1345-A5D5-095DEC19C042}" type="slidenum">
              <a:rPr lang="en-US"/>
              <a:pPr/>
              <a:t>6</a:t>
            </a:fld>
            <a:endParaRPr lang="en-US"/>
          </a:p>
        </p:txBody>
      </p:sp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How? – (3)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developing solutions to real problems, we often confront the limitations of what software can do.</a:t>
            </a:r>
          </a:p>
          <a:p>
            <a:pPr lvl="1"/>
            <a:r>
              <a:rPr lang="en-US" i="1" dirty="0" err="1">
                <a:solidFill>
                  <a:srgbClr val="FF0066"/>
                </a:solidFill>
              </a:rPr>
              <a:t>Undecidable</a:t>
            </a:r>
            <a:r>
              <a:rPr lang="en-US" dirty="0"/>
              <a:t>  things – no program whatever can do it.</a:t>
            </a:r>
          </a:p>
          <a:p>
            <a:pPr lvl="1"/>
            <a:r>
              <a:rPr lang="en-US" i="1" dirty="0">
                <a:solidFill>
                  <a:srgbClr val="FF0066"/>
                </a:solidFill>
              </a:rPr>
              <a:t>Intractable</a:t>
            </a:r>
            <a:r>
              <a:rPr lang="en-US" dirty="0"/>
              <a:t>  things – there are programs, but no fast programs.</a:t>
            </a:r>
          </a:p>
          <a:p>
            <a:r>
              <a:rPr lang="en-US" dirty="0"/>
              <a:t>Automata theory gives you the tools.</a:t>
            </a:r>
          </a:p>
        </p:txBody>
      </p:sp>
    </p:spTree>
    <p:extLst>
      <p:ext uri="{BB962C8B-B14F-4D97-AF65-F5344CB8AC3E}">
        <p14:creationId xmlns:p14="http://schemas.microsoft.com/office/powerpoint/2010/main" val="41478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 bldLvl="2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1: Preliminaries</a:t>
            </a:r>
          </a:p>
          <a:p>
            <a:pPr lvl="1"/>
            <a:r>
              <a:rPr lang="en-US" dirty="0"/>
              <a:t>Mathematical Knowledge</a:t>
            </a:r>
          </a:p>
          <a:p>
            <a:pPr lvl="1"/>
            <a:r>
              <a:rPr lang="en-US" dirty="0"/>
              <a:t>String and Language</a:t>
            </a:r>
          </a:p>
          <a:p>
            <a:endParaRPr lang="en-US" dirty="0"/>
          </a:p>
          <a:p>
            <a:r>
              <a:rPr lang="en-US" dirty="0"/>
              <a:t>Part 2:</a:t>
            </a:r>
          </a:p>
          <a:p>
            <a:pPr lvl="1"/>
            <a:r>
              <a:rPr lang="en-US" dirty="0"/>
              <a:t>Finite Automata and Regular Expression</a:t>
            </a:r>
          </a:p>
          <a:p>
            <a:endParaRPr lang="en-US" dirty="0"/>
          </a:p>
          <a:p>
            <a:pPr lvl="1"/>
            <a:r>
              <a:rPr lang="en-US" dirty="0"/>
              <a:t>Context Free Grammar and Pushdown Automata</a:t>
            </a:r>
          </a:p>
          <a:p>
            <a:endParaRPr lang="en-US" dirty="0"/>
          </a:p>
          <a:p>
            <a:pPr lvl="1"/>
            <a:r>
              <a:rPr lang="en-US" dirty="0"/>
              <a:t>Turing Automata</a:t>
            </a:r>
          </a:p>
        </p:txBody>
      </p:sp>
    </p:spTree>
    <p:extLst>
      <p:ext uri="{BB962C8B-B14F-4D97-AF65-F5344CB8AC3E}">
        <p14:creationId xmlns:p14="http://schemas.microsoft.com/office/powerpoint/2010/main" val="4040421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 3 Modeling:</a:t>
            </a:r>
          </a:p>
          <a:p>
            <a:pPr lvl="1"/>
            <a:r>
              <a:rPr lang="en-US" dirty="0"/>
              <a:t>Transition System</a:t>
            </a:r>
          </a:p>
          <a:p>
            <a:pPr lvl="1"/>
            <a:r>
              <a:rPr lang="en-US" dirty="0"/>
              <a:t>Petri Net</a:t>
            </a:r>
          </a:p>
          <a:p>
            <a:pPr lvl="1"/>
            <a:r>
              <a:rPr lang="en-US" dirty="0"/>
              <a:t>Timed and Hybrid Automata</a:t>
            </a:r>
          </a:p>
          <a:p>
            <a:pPr lvl="1"/>
            <a:r>
              <a:rPr lang="en-US" dirty="0"/>
              <a:t>Message Sequence Chart</a:t>
            </a:r>
          </a:p>
          <a:p>
            <a:pPr lvl="1"/>
            <a:endParaRPr lang="en-US" dirty="0"/>
          </a:p>
          <a:p>
            <a:r>
              <a:rPr lang="en-US" dirty="0"/>
              <a:t>Part 4: Tutorials</a:t>
            </a:r>
          </a:p>
          <a:p>
            <a:pPr lvl="1"/>
            <a:r>
              <a:rPr lang="en-US" dirty="0"/>
              <a:t>Computability</a:t>
            </a:r>
          </a:p>
          <a:p>
            <a:pPr lvl="1"/>
            <a:r>
              <a:rPr lang="en-US" dirty="0"/>
              <a:t>Model Checking</a:t>
            </a:r>
          </a:p>
          <a:p>
            <a:pPr lvl="1"/>
            <a:r>
              <a:rPr lang="en-US" dirty="0"/>
              <a:t>Trustworthy Software</a:t>
            </a:r>
          </a:p>
        </p:txBody>
      </p:sp>
    </p:spTree>
    <p:extLst>
      <p:ext uri="{BB962C8B-B14F-4D97-AF65-F5344CB8AC3E}">
        <p14:creationId xmlns:p14="http://schemas.microsoft.com/office/powerpoint/2010/main" val="3075813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Textbook</a:t>
            </a:r>
          </a:p>
          <a:p>
            <a:pPr lvl="1"/>
            <a:r>
              <a:rPr lang="en-US" dirty="0"/>
              <a:t>John E. </a:t>
            </a:r>
            <a:r>
              <a:rPr lang="en-US" dirty="0" err="1"/>
              <a:t>Hopcroft</a:t>
            </a:r>
            <a:r>
              <a:rPr lang="en-US" dirty="0"/>
              <a:t>, Rajeev </a:t>
            </a:r>
            <a:r>
              <a:rPr lang="en-US" dirty="0" err="1"/>
              <a:t>Motwani</a:t>
            </a:r>
            <a:r>
              <a:rPr lang="en-US" dirty="0"/>
              <a:t>, Jeffery </a:t>
            </a:r>
            <a:r>
              <a:rPr lang="en-US" dirty="0" err="1"/>
              <a:t>D.Ullman</a:t>
            </a:r>
            <a:r>
              <a:rPr lang="en-US" dirty="0"/>
              <a:t>. Introduction to Automata Theory, Languages, and Computation, 3/E. Pearson Education India, 2008.  (The Cinderella Book)</a:t>
            </a:r>
          </a:p>
          <a:p>
            <a:pPr lvl="1"/>
            <a:endParaRPr lang="en-US" dirty="0"/>
          </a:p>
          <a:p>
            <a:r>
              <a:rPr lang="en-US" dirty="0"/>
              <a:t>Referred Reading</a:t>
            </a:r>
          </a:p>
          <a:p>
            <a:pPr lvl="1"/>
            <a:r>
              <a:rPr lang="en-US" dirty="0"/>
              <a:t>Michael </a:t>
            </a:r>
            <a:r>
              <a:rPr lang="en-US" dirty="0" err="1"/>
              <a:t>Sipser</a:t>
            </a:r>
            <a:r>
              <a:rPr lang="en-US" dirty="0"/>
              <a:t>. Introduction to the Theory of Computation, 2nd </a:t>
            </a:r>
            <a:r>
              <a:rPr lang="en-US" dirty="0" err="1"/>
              <a:t>Edition,Course</a:t>
            </a:r>
            <a:r>
              <a:rPr lang="en-US" dirty="0"/>
              <a:t> Technology, 2005.</a:t>
            </a:r>
            <a:endParaRPr lang="zh-CN" altLang="en-US" dirty="0"/>
          </a:p>
          <a:p>
            <a:pPr lvl="1"/>
            <a:r>
              <a:rPr lang="en-US" dirty="0" err="1"/>
              <a:t>Derick</a:t>
            </a:r>
            <a:r>
              <a:rPr lang="en-US" dirty="0"/>
              <a:t> Wood. Theory of Computation. HAPPER &amp; ROW, 1987.</a:t>
            </a:r>
            <a:endParaRPr lang="zh-CN" altLang="en-US" dirty="0"/>
          </a:p>
          <a:p>
            <a:pPr lvl="1"/>
            <a:r>
              <a:rPr lang="en-US" dirty="0" err="1"/>
              <a:t>Doron</a:t>
            </a:r>
            <a:r>
              <a:rPr lang="en-US" dirty="0"/>
              <a:t> </a:t>
            </a:r>
            <a:r>
              <a:rPr lang="en-US" dirty="0" err="1"/>
              <a:t>Peled</a:t>
            </a:r>
            <a:r>
              <a:rPr lang="en-US" dirty="0"/>
              <a:t>. Software Reliability Methods. Springer, 2011</a:t>
            </a:r>
            <a:endParaRPr lang="zh-CN" alt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8856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Assignment 30%</a:t>
            </a:r>
          </a:p>
          <a:p>
            <a:pPr lvl="1"/>
            <a:r>
              <a:rPr lang="en-US" dirty="0"/>
              <a:t>Distributed in Class, due in next week.</a:t>
            </a:r>
          </a:p>
          <a:p>
            <a:endParaRPr lang="en-US" dirty="0"/>
          </a:p>
          <a:p>
            <a:r>
              <a:rPr lang="en-US" dirty="0"/>
              <a:t>Project</a:t>
            </a:r>
            <a:r>
              <a:rPr lang="zh-CN" altLang="en-US" dirty="0"/>
              <a:t> </a:t>
            </a:r>
            <a:r>
              <a:rPr lang="en-US" altLang="zh-CN" dirty="0"/>
              <a:t>20%</a:t>
            </a:r>
          </a:p>
          <a:p>
            <a:pPr lvl="1"/>
            <a:r>
              <a:rPr lang="en-US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be announced around middle November</a:t>
            </a:r>
            <a:endParaRPr lang="en-US" dirty="0"/>
          </a:p>
          <a:p>
            <a:endParaRPr lang="en-US" dirty="0"/>
          </a:p>
          <a:p>
            <a:r>
              <a:rPr lang="en-US" dirty="0"/>
              <a:t>Final Exam 50%</a:t>
            </a:r>
          </a:p>
        </p:txBody>
      </p:sp>
    </p:spTree>
    <p:extLst>
      <p:ext uri="{BB962C8B-B14F-4D97-AF65-F5344CB8AC3E}">
        <p14:creationId xmlns:p14="http://schemas.microsoft.com/office/powerpoint/2010/main" val="1957787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6F0B83-4929-4335-B9DE-CC49D87AD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CF8209-A4AA-4A6C-B7D8-1675BB274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42" y="1484313"/>
            <a:ext cx="8142287" cy="439261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2000" dirty="0"/>
              <a:t>卜磊</a:t>
            </a:r>
            <a:r>
              <a:rPr lang="en-US" altLang="zh-CN" sz="2000" dirty="0"/>
              <a:t> </a:t>
            </a:r>
            <a:r>
              <a:rPr lang="zh-CN" altLang="en-US" sz="2000" dirty="0"/>
              <a:t>（教授、博导）</a:t>
            </a:r>
            <a:endParaRPr lang="en-US" altLang="zh-CN" sz="2000" dirty="0"/>
          </a:p>
          <a:p>
            <a:pPr>
              <a:lnSpc>
                <a:spcPct val="150000"/>
              </a:lnSpc>
            </a:pPr>
            <a:r>
              <a:rPr lang="zh-CN" altLang="en-US" sz="2000" dirty="0"/>
              <a:t>软件工程组 </a:t>
            </a:r>
            <a:r>
              <a:rPr lang="en-US" altLang="zh-CN" sz="2000" dirty="0"/>
              <a:t>seg.nju.edu.cn    cs.nju.edu.cn/</a:t>
            </a:r>
            <a:r>
              <a:rPr lang="en-US" altLang="zh-CN" sz="2000" dirty="0" err="1"/>
              <a:t>bulei</a:t>
            </a:r>
            <a:r>
              <a:rPr lang="en-US" altLang="zh-CN" sz="2000" dirty="0"/>
              <a:t>/</a:t>
            </a:r>
          </a:p>
          <a:p>
            <a:pPr>
              <a:lnSpc>
                <a:spcPct val="150000"/>
              </a:lnSpc>
            </a:pPr>
            <a:r>
              <a:rPr lang="zh-CN" altLang="en-US" sz="2000" dirty="0"/>
              <a:t>研究方向：</a:t>
            </a:r>
            <a:endParaRPr lang="en-US" altLang="zh-CN" sz="2000" dirty="0"/>
          </a:p>
          <a:p>
            <a:pPr lvl="1">
              <a:lnSpc>
                <a:spcPct val="150000"/>
              </a:lnSpc>
            </a:pPr>
            <a:r>
              <a:rPr lang="zh-CN" altLang="en-US" sz="1800" dirty="0"/>
              <a:t>复杂软件分析、测试与验证</a:t>
            </a:r>
            <a:endParaRPr lang="en-US" altLang="zh-CN" sz="1800" dirty="0"/>
          </a:p>
          <a:p>
            <a:pPr lvl="1">
              <a:lnSpc>
                <a:spcPct val="150000"/>
              </a:lnSpc>
            </a:pPr>
            <a:r>
              <a:rPr lang="zh-CN" altLang="en-US" sz="1800" dirty="0"/>
              <a:t>实时系统验证、监控与控制生成</a:t>
            </a:r>
            <a:endParaRPr lang="en-US" altLang="zh-CN" sz="1800" dirty="0"/>
          </a:p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FF0000"/>
                </a:solidFill>
              </a:rPr>
              <a:t>随时招收新生！！！ </a:t>
            </a:r>
            <a:endParaRPr lang="en-US" altLang="zh-CN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endParaRPr lang="en-US" altLang="zh-CN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4389184"/>
      </p:ext>
    </p:extLst>
  </p:cSld>
  <p:clrMapOvr>
    <a:masterClrMapping/>
  </p:clrMapOvr>
</p:sld>
</file>

<file path=ppt/theme/theme1.xml><?xml version="1.0" encoding="utf-8"?>
<a:theme xmlns:a="http://schemas.openxmlformats.org/drawingml/2006/main" name="seg">
  <a:themeElements>
    <a:clrScheme name="Axis 8">
      <a:dk1>
        <a:srgbClr val="292929"/>
      </a:dk1>
      <a:lt1>
        <a:srgbClr val="FFFFFF"/>
      </a:lt1>
      <a:dk2>
        <a:srgbClr val="000000"/>
      </a:dk2>
      <a:lt2>
        <a:srgbClr val="808080"/>
      </a:lt2>
      <a:accent1>
        <a:srgbClr val="CC9900"/>
      </a:accent1>
      <a:accent2>
        <a:srgbClr val="CCCC99"/>
      </a:accent2>
      <a:accent3>
        <a:srgbClr val="FFFFFF"/>
      </a:accent3>
      <a:accent4>
        <a:srgbClr val="212121"/>
      </a:accent4>
      <a:accent5>
        <a:srgbClr val="E2CAAA"/>
      </a:accent5>
      <a:accent6>
        <a:srgbClr val="B9B98A"/>
      </a:accent6>
      <a:hlink>
        <a:srgbClr val="999933"/>
      </a:hlink>
      <a:folHlink>
        <a:srgbClr val="B2B2B2"/>
      </a:folHlink>
    </a:clrScheme>
    <a:fontScheme name="Office Classic">
      <a:maj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Times New Roman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952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952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charset="0"/>
            <a:ea typeface="宋体" pitchFamily="2" charset="-122"/>
          </a:defRPr>
        </a:defPPr>
      </a:lstStyle>
    </a:lnDef>
  </a:objectDefaults>
  <a:extraClrSchemeLst>
    <a:extraClrScheme>
      <a:clrScheme name="Axis 1">
        <a:dk1>
          <a:srgbClr val="080808"/>
        </a:dk1>
        <a:lt1>
          <a:srgbClr val="F8F8F8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ADAAAA"/>
        </a:accent3>
        <a:accent4>
          <a:srgbClr val="D4D4D4"/>
        </a:accent4>
        <a:accent5>
          <a:srgbClr val="FFCAAA"/>
        </a:accent5>
        <a:accent6>
          <a:srgbClr val="B92D00"/>
        </a:accent6>
        <a:hlink>
          <a:srgbClr val="CC6600"/>
        </a:hlink>
        <a:folHlink>
          <a:srgbClr val="B2B28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xis 2">
        <a:dk1>
          <a:srgbClr val="333333"/>
        </a:dk1>
        <a:lt1>
          <a:srgbClr val="F8F8F8"/>
        </a:lt1>
        <a:dk2>
          <a:srgbClr val="800000"/>
        </a:dk2>
        <a:lt2>
          <a:srgbClr val="FFFFFF"/>
        </a:lt2>
        <a:accent1>
          <a:srgbClr val="CC9900"/>
        </a:accent1>
        <a:accent2>
          <a:srgbClr val="666666"/>
        </a:accent2>
        <a:accent3>
          <a:srgbClr val="C0AAAA"/>
        </a:accent3>
        <a:accent4>
          <a:srgbClr val="D4D4D4"/>
        </a:accent4>
        <a:accent5>
          <a:srgbClr val="E2CAAA"/>
        </a:accent5>
        <a:accent6>
          <a:srgbClr val="5C5C5C"/>
        </a:accent6>
        <a:hlink>
          <a:srgbClr val="CC6600"/>
        </a:hlink>
        <a:folHlink>
          <a:srgbClr val="95A58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xis 3">
        <a:dk1>
          <a:srgbClr val="5F5F5F"/>
        </a:dk1>
        <a:lt1>
          <a:srgbClr val="A4BEE0"/>
        </a:lt1>
        <a:dk2>
          <a:srgbClr val="013253"/>
        </a:dk2>
        <a:lt2>
          <a:srgbClr val="FFFFFF"/>
        </a:lt2>
        <a:accent1>
          <a:srgbClr val="588480"/>
        </a:accent1>
        <a:accent2>
          <a:srgbClr val="6600FF"/>
        </a:accent2>
        <a:accent3>
          <a:srgbClr val="AAADB3"/>
        </a:accent3>
        <a:accent4>
          <a:srgbClr val="8BA2BF"/>
        </a:accent4>
        <a:accent5>
          <a:srgbClr val="B4C2C0"/>
        </a:accent5>
        <a:accent6>
          <a:srgbClr val="5C00E7"/>
        </a:accent6>
        <a:hlink>
          <a:srgbClr val="CCCC00"/>
        </a:hlink>
        <a:folHlink>
          <a:srgbClr val="5F5F5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xis 4">
        <a:dk1>
          <a:srgbClr val="003300"/>
        </a:dk1>
        <a:lt1>
          <a:srgbClr val="F8F8F8"/>
        </a:lt1>
        <a:dk2>
          <a:srgbClr val="3D4A1C"/>
        </a:dk2>
        <a:lt2>
          <a:srgbClr val="FFFFFF"/>
        </a:lt2>
        <a:accent1>
          <a:srgbClr val="99CC00"/>
        </a:accent1>
        <a:accent2>
          <a:srgbClr val="669900"/>
        </a:accent2>
        <a:accent3>
          <a:srgbClr val="AFB1AB"/>
        </a:accent3>
        <a:accent4>
          <a:srgbClr val="D4D4D4"/>
        </a:accent4>
        <a:accent5>
          <a:srgbClr val="CAE2AA"/>
        </a:accent5>
        <a:accent6>
          <a:srgbClr val="5C8A00"/>
        </a:accent6>
        <a:hlink>
          <a:srgbClr val="CC9900"/>
        </a:hlink>
        <a:folHlink>
          <a:srgbClr val="B2B28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xis 5">
        <a:dk1>
          <a:srgbClr val="333333"/>
        </a:dk1>
        <a:lt1>
          <a:srgbClr val="F8F8F8"/>
        </a:lt1>
        <a:dk2>
          <a:srgbClr val="005D8C"/>
        </a:dk2>
        <a:lt2>
          <a:srgbClr val="FFFFFF"/>
        </a:lt2>
        <a:accent1>
          <a:srgbClr val="00CC99"/>
        </a:accent1>
        <a:accent2>
          <a:srgbClr val="0099CC"/>
        </a:accent2>
        <a:accent3>
          <a:srgbClr val="AAB6C5"/>
        </a:accent3>
        <a:accent4>
          <a:srgbClr val="D4D4D4"/>
        </a:accent4>
        <a:accent5>
          <a:srgbClr val="AAE2CA"/>
        </a:accent5>
        <a:accent6>
          <a:srgbClr val="008AB9"/>
        </a:accent6>
        <a:hlink>
          <a:srgbClr val="FFCC00"/>
        </a:hlink>
        <a:folHlink>
          <a:srgbClr val="D8D48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xis 6">
        <a:dk1>
          <a:srgbClr val="000000"/>
        </a:dk1>
        <a:lt1>
          <a:srgbClr val="ECAE00"/>
        </a:lt1>
        <a:dk2>
          <a:srgbClr val="FFFFFF"/>
        </a:dk2>
        <a:lt2>
          <a:srgbClr val="333333"/>
        </a:lt2>
        <a:accent1>
          <a:srgbClr val="CC6600"/>
        </a:accent1>
        <a:accent2>
          <a:srgbClr val="BA6D10"/>
        </a:accent2>
        <a:accent3>
          <a:srgbClr val="F4D3AA"/>
        </a:accent3>
        <a:accent4>
          <a:srgbClr val="000000"/>
        </a:accent4>
        <a:accent5>
          <a:srgbClr val="E2B8AA"/>
        </a:accent5>
        <a:accent6>
          <a:srgbClr val="A8620D"/>
        </a:accent6>
        <a:hlink>
          <a:srgbClr val="666633"/>
        </a:hlink>
        <a:folHlink>
          <a:srgbClr val="8D996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xis 7">
        <a:dk1>
          <a:srgbClr val="000000"/>
        </a:dk1>
        <a:lt1>
          <a:srgbClr val="FFFFFF"/>
        </a:lt1>
        <a:dk2>
          <a:srgbClr val="372221"/>
        </a:dk2>
        <a:lt2>
          <a:srgbClr val="808080"/>
        </a:lt2>
        <a:accent1>
          <a:srgbClr val="009999"/>
        </a:accent1>
        <a:accent2>
          <a:srgbClr val="9AAC98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8B9B89"/>
        </a:accent6>
        <a:hlink>
          <a:srgbClr val="666699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xis 8">
        <a:dk1>
          <a:srgbClr val="292929"/>
        </a:dk1>
        <a:lt1>
          <a:srgbClr val="FFFFFF"/>
        </a:lt1>
        <a:dk2>
          <a:srgbClr val="000000"/>
        </a:dk2>
        <a:lt2>
          <a:srgbClr val="808080"/>
        </a:lt2>
        <a:accent1>
          <a:srgbClr val="CC9900"/>
        </a:accent1>
        <a:accent2>
          <a:srgbClr val="CCCC99"/>
        </a:accent2>
        <a:accent3>
          <a:srgbClr val="FFFFFF"/>
        </a:accent3>
        <a:accent4>
          <a:srgbClr val="212121"/>
        </a:accent4>
        <a:accent5>
          <a:srgbClr val="E2CAAA"/>
        </a:accent5>
        <a:accent6>
          <a:srgbClr val="B9B98A"/>
        </a:accent6>
        <a:hlink>
          <a:srgbClr val="9999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Preliminary.ppt</Template>
  <TotalTime>1702</TotalTime>
  <Words>501</Words>
  <Application>Microsoft Macintosh PowerPoint</Application>
  <PresentationFormat>全屏显示(4:3)</PresentationFormat>
  <Paragraphs>85</Paragraphs>
  <Slides>11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Arial</vt:lpstr>
      <vt:lpstr>Calibri</vt:lpstr>
      <vt:lpstr>Times New Roman</vt:lpstr>
      <vt:lpstr>Wingdings</vt:lpstr>
      <vt:lpstr>seg</vt:lpstr>
      <vt:lpstr>Formal Languages and Automata</vt:lpstr>
      <vt:lpstr>PowerPoint 演示文稿</vt:lpstr>
      <vt:lpstr>Why Study Automata?</vt:lpstr>
      <vt:lpstr>How Could That Be?</vt:lpstr>
      <vt:lpstr>How? – (2)</vt:lpstr>
      <vt:lpstr>How? – (3)</vt:lpstr>
      <vt:lpstr>Outline</vt:lpstr>
      <vt:lpstr>PowerPoint 演示文稿</vt:lpstr>
      <vt:lpstr>PowerPoint 演示文稿</vt:lpstr>
      <vt:lpstr>Grading</vt:lpstr>
      <vt:lpstr>PowerPoint 演示文稿</vt:lpstr>
    </vt:vector>
  </TitlesOfParts>
  <Company>NJU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Formal Language and Automata</dc:title>
  <dc:creator>Bu Lei</dc:creator>
  <cp:lastModifiedBy>Lei Bu</cp:lastModifiedBy>
  <cp:revision>24</cp:revision>
  <dcterms:created xsi:type="dcterms:W3CDTF">2014-02-18T13:10:39Z</dcterms:created>
  <dcterms:modified xsi:type="dcterms:W3CDTF">2023-09-05T10:27:41Z</dcterms:modified>
</cp:coreProperties>
</file>